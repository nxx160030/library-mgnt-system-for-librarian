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599"/>
  </p:normalViewPr>
  <p:slideViewPr>
    <p:cSldViewPr snapToGrid="0" snapToObjects="1">
      <p:cViewPr>
        <p:scale>
          <a:sx n="90" d="100"/>
          <a:sy n="90" d="100"/>
        </p:scale>
        <p:origin x="2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37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055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316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2924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063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89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620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6677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840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473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236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52B37-8213-3549-B7BF-3D92F9D42FC8}" type="datetimeFigureOut">
              <a:rPr kumimoji="1" lang="zh-CN" altLang="en-US" smtClean="0"/>
              <a:t>17/3/18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EF155-63F0-8244-8312-816690A016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41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 37"/>
          <p:cNvGrpSpPr/>
          <p:nvPr/>
        </p:nvGrpSpPr>
        <p:grpSpPr>
          <a:xfrm>
            <a:off x="1500187" y="200025"/>
            <a:ext cx="5200650" cy="5823320"/>
            <a:chOff x="1500187" y="200025"/>
            <a:chExt cx="5200650" cy="582332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03" t="13750" r="46701" b="12292"/>
            <a:stretch/>
          </p:blipFill>
          <p:spPr>
            <a:xfrm>
              <a:off x="1500187" y="200025"/>
              <a:ext cx="5200650" cy="5072064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669311" y="5528931"/>
              <a:ext cx="1509823" cy="1913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/>
            </a:p>
          </p:txBody>
        </p:sp>
        <p:cxnSp>
          <p:nvCxnSpPr>
            <p:cNvPr id="7" name="直线连接符 6"/>
            <p:cNvCxnSpPr>
              <a:stCxn id="5" idx="0"/>
              <a:endCxn id="5" idx="2"/>
            </p:cNvCxnSpPr>
            <p:nvPr/>
          </p:nvCxnSpPr>
          <p:spPr>
            <a:xfrm>
              <a:off x="2424223" y="5528931"/>
              <a:ext cx="0" cy="1913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1669312" y="5497032"/>
              <a:ext cx="7549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b="1" u="sng" smtClean="0"/>
                <a:t>Card-id</a:t>
              </a:r>
              <a:endParaRPr kumimoji="1" lang="zh-CN" altLang="en-US" sz="1000" b="1" u="sng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438399" y="5500574"/>
              <a:ext cx="7549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b="1" smtClean="0"/>
                <a:t>Paid_amt</a:t>
              </a:r>
              <a:endParaRPr kumimoji="1" lang="zh-CN" altLang="en-US" sz="1000" b="1" dirty="0"/>
            </a:p>
          </p:txBody>
        </p:sp>
        <p:grpSp>
          <p:nvGrpSpPr>
            <p:cNvPr id="36" name="组 35"/>
            <p:cNvGrpSpPr/>
            <p:nvPr/>
          </p:nvGrpSpPr>
          <p:grpSpPr>
            <a:xfrm>
              <a:off x="2046767" y="3157870"/>
              <a:ext cx="4648754" cy="2865475"/>
              <a:chOff x="2046767" y="3157870"/>
              <a:chExt cx="4648754" cy="2865475"/>
            </a:xfrm>
          </p:grpSpPr>
          <p:cxnSp>
            <p:nvCxnSpPr>
              <p:cNvPr id="23" name="直线连接符 22"/>
              <p:cNvCxnSpPr/>
              <p:nvPr/>
            </p:nvCxnSpPr>
            <p:spPr>
              <a:xfrm>
                <a:off x="2046767" y="5743253"/>
                <a:ext cx="0" cy="2641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线连接符 24"/>
              <p:cNvCxnSpPr/>
              <p:nvPr/>
            </p:nvCxnSpPr>
            <p:spPr>
              <a:xfrm>
                <a:off x="2046767" y="6007395"/>
                <a:ext cx="46381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线连接符 26"/>
              <p:cNvCxnSpPr/>
              <p:nvPr/>
            </p:nvCxnSpPr>
            <p:spPr>
              <a:xfrm flipV="1">
                <a:off x="6684888" y="3317358"/>
                <a:ext cx="10633" cy="27059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连接符 28"/>
              <p:cNvCxnSpPr/>
              <p:nvPr/>
            </p:nvCxnSpPr>
            <p:spPr>
              <a:xfrm>
                <a:off x="2286000" y="3285460"/>
                <a:ext cx="4398888" cy="283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箭头连接符 32"/>
              <p:cNvCxnSpPr/>
              <p:nvPr/>
            </p:nvCxnSpPr>
            <p:spPr>
              <a:xfrm flipV="1">
                <a:off x="2286000" y="3157870"/>
                <a:ext cx="0" cy="1275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文本框 36"/>
            <p:cNvSpPr txBox="1"/>
            <p:nvPr/>
          </p:nvSpPr>
          <p:spPr>
            <a:xfrm>
              <a:off x="1570068" y="5333998"/>
              <a:ext cx="7549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b="1" smtClean="0"/>
                <a:t>PAID</a:t>
              </a:r>
              <a:endParaRPr kumimoji="1" lang="zh-CN" altLang="en-US" sz="1000" b="1" dirty="0"/>
            </a:p>
          </p:txBody>
        </p:sp>
      </p:grpSp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876" y="673839"/>
            <a:ext cx="52070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94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434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Macintosh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DengXian</vt:lpstr>
      <vt:lpstr>DengXian Light</vt:lpstr>
      <vt:lpstr>Arial</vt:lpstr>
      <vt:lpstr>Office 主题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3</cp:revision>
  <dcterms:created xsi:type="dcterms:W3CDTF">2017-03-18T20:32:38Z</dcterms:created>
  <dcterms:modified xsi:type="dcterms:W3CDTF">2017-03-18T20:45:25Z</dcterms:modified>
</cp:coreProperties>
</file>